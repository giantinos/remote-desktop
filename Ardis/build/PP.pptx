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3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A7A1E-038F-916E-B56B-2D5651993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B459D6-42CC-54B3-4532-4BCB376DD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7612C1-6228-804D-FD72-6264D6B1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FC4479-0446-FB03-4A12-787AED19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BE477D-224A-DEBF-429A-22BC6666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89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DAC38-1C9F-7DA5-EB2D-DA6A6FA39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4559E8-E631-A52F-F47B-1A8CEF26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5F2E14-C673-F754-0392-3DF5AC07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09323F-454F-390A-D942-EEFA78C3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B58819-59BA-0B3F-1352-012D882F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36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106B5-B8B4-A62D-B994-77EAA8AB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837471-DD6F-F68A-8451-E60F1D502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3A1678-6FE3-1E40-5DB1-D4EE4A1C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D965E-DF6B-3DBA-184A-216FEA52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CB54FA-72EF-6577-9E51-525A39CF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63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6422E4-B759-BEE3-F6D4-406B4571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804E0F-DE1D-892B-B6F7-63ED92A40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494D31-2801-80AF-C3BF-DC3BC2BD5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F10B28-422D-ECA9-A520-DE01B8DE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073B40-12E1-DBC2-791B-6D9AFEF0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8EA2B3-4609-7F40-029A-7E4BADAE0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13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7EC57A-1A20-3F1B-F1AB-126F534F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D9B559-4F46-9615-B748-6827F337F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996E0E-5E73-84E5-05DD-712E55324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E5011A-6C98-6EFD-3C39-3C2EFCB64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8102F2-01C9-F36B-92BD-001F3B8ED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C8B359-FEEC-7BC4-F936-FD372AF0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3466C16-B536-D0D2-B20E-802E103F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F1FA1D-DA79-99E1-15DA-4760BE0C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7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9967F7-D3A8-77D5-C138-74D22C58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26030F-B955-C53D-3648-DF84B267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C11C3-CEDB-0569-E10C-BEB3B32C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26109A-C6F1-C8EF-B3A3-AE35C67E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09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75A2B6A-C3A5-740A-1351-1B350DA0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E2DADF-6A82-4C86-E180-C590C7ED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FEE231-6D32-2244-452B-33617ACC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694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C6441-82CC-68D4-B247-C66CAD2D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9DCD22-4C98-03B4-CFDF-1F424639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827C71-9724-BF6B-7CA3-CD2937944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7224CF-F692-1989-88B7-686AF760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248C0F-018C-11FC-16B0-C1F6CEFB0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A4D492-1403-1371-9C41-2603128E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8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E9844-2696-5976-2009-0FFAA55E0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8D91B3-A59C-09B2-239D-010A22808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FF8A00-DDFC-81FD-E72E-C59F7A1EB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611799-2646-E7AB-5E1C-4774EF67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EA4540-6B3E-D7C5-272D-02C60CC5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D96E4C-BA79-0EE6-84EB-3D570B79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432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CF401-5C83-3498-8796-7DE0F9AA6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304F46-37AC-5356-E5BE-2A303ACB5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5B8C5F-B384-B798-4596-53A2710B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1275B5-6612-5BC2-63C1-F7932CAF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F9B68C-DBA3-2447-9EA2-37B7726E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976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9A7B05-3EE9-6A09-60AA-5351B6B8C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CC8720-295F-624C-7743-D5D8B4231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801D38-4590-3FA1-3FF3-91E10B3B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04822C-16B3-DEE6-EA3C-7084E5C8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CA308C-9705-A30D-8D86-CD63D101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52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BCF2F-7BD7-1D02-F9F3-E306C6932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6CC906-854C-88B5-D9D0-C4FD7B00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2320AB-7436-F4CE-EB47-12C21BF75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616D0-A4D3-4003-B3D3-25C8A7DFD5D7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64EF1-9956-F79A-18D2-9FF69C99F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2B4C6B-E8A3-AA45-C966-DE6F4AA6F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DFFF3-2CF1-43B8-B3B9-DE3B6B70DF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1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web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ebp"/><Relationship Id="rId3" Type="http://schemas.openxmlformats.org/officeDocument/2006/relationships/image" Target="../media/image11.jpg"/><Relationship Id="rId7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3.webp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A91BE-10DD-C76D-5F30-2DDBA6B55D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>
                <a:latin typeface="Arial Narrow" panose="020B0606020202030204" pitchFamily="34" charset="0"/>
              </a:rPr>
              <a:t>Разработка десктопного приложения  для удаленного управления компьютером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3A4FF-FD68-2ADC-8EF9-94A4088A80D2}"/>
              </a:ext>
            </a:extLst>
          </p:cNvPr>
          <p:cNvSpPr txBox="1"/>
          <p:nvPr/>
        </p:nvSpPr>
        <p:spPr>
          <a:xfrm>
            <a:off x="8862667" y="5381694"/>
            <a:ext cx="2388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ru-RU" sz="2400" dirty="0">
                <a:latin typeface="Arial Narrow" panose="020B0606020202030204" pitchFamily="34" charset="0"/>
              </a:rPr>
              <a:t>Лапицкий Егор</a:t>
            </a:r>
          </a:p>
          <a:p>
            <a:pPr>
              <a:lnSpc>
                <a:spcPts val="2400"/>
              </a:lnSpc>
            </a:pPr>
            <a:r>
              <a:rPr lang="ru-RU" sz="2400" dirty="0">
                <a:latin typeface="Arial Narrow" panose="020B0606020202030204" pitchFamily="34" charset="0"/>
              </a:rPr>
              <a:t>Гр. БВ311</a:t>
            </a:r>
          </a:p>
        </p:txBody>
      </p:sp>
    </p:spTree>
    <p:extLst>
      <p:ext uri="{BB962C8B-B14F-4D97-AF65-F5344CB8AC3E}">
        <p14:creationId xmlns:p14="http://schemas.microsoft.com/office/powerpoint/2010/main" val="3969602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D7BE1D9-71E1-4224-3BAA-8CA7B00FD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69" y="3914882"/>
            <a:ext cx="2477347" cy="15483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1D09CD-02C3-1A49-4E9C-2970F2A2E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10" y="3090972"/>
            <a:ext cx="2218267" cy="12477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69ABB1-F2BB-803A-FA0E-3B8521E6FC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976" y="2036347"/>
            <a:ext cx="1718733" cy="17187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5DC31B0-FC3D-009A-0E08-A9151550B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1" t="19753" r="29166" b="19753"/>
          <a:stretch>
            <a:fillRect/>
          </a:stretch>
        </p:blipFill>
        <p:spPr>
          <a:xfrm>
            <a:off x="4556283" y="2205035"/>
            <a:ext cx="2786184" cy="31529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C3E264-3E1D-0FD2-5EEB-92F3F4EFF8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784" y="2205035"/>
            <a:ext cx="3384556" cy="84613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16FE12-92B5-0647-A6A8-086377F702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74" y="3290296"/>
            <a:ext cx="3456175" cy="67359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4D8397-5578-CD74-4CB7-7EE8F5294A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466" y="4155043"/>
            <a:ext cx="2616200" cy="1313210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5917A2E6-975C-BBD0-370A-7EB4C98C8721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81361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F6E5F6-E932-3A9A-BDBD-C9360272A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602930"/>
            <a:ext cx="5363633" cy="5363633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402600E2-F4BA-1D07-258E-A5FC01115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67" y="2273914"/>
            <a:ext cx="4021667" cy="402166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7CBEB593-DF8E-758F-E582-B6E1F4B16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67" y="408668"/>
            <a:ext cx="10515600" cy="1325563"/>
          </a:xfrm>
        </p:spPr>
        <p:txBody>
          <a:bodyPr/>
          <a:lstStyle/>
          <a:p>
            <a:r>
              <a:rPr lang="ru-RU" b="1" dirty="0">
                <a:latin typeface="Arial Narrow" panose="020B0606020202030204" pitchFamily="34" charset="0"/>
              </a:rPr>
              <a:t>Какую проблему решает</a:t>
            </a:r>
          </a:p>
        </p:txBody>
      </p:sp>
    </p:spTree>
    <p:extLst>
      <p:ext uri="{BB962C8B-B14F-4D97-AF65-F5344CB8AC3E}">
        <p14:creationId xmlns:p14="http://schemas.microsoft.com/office/powerpoint/2010/main" val="17553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008669-D69A-82CD-EF17-BE67E9D54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767" y="408668"/>
            <a:ext cx="10515600" cy="1325563"/>
          </a:xfrm>
        </p:spPr>
        <p:txBody>
          <a:bodyPr/>
          <a:lstStyle/>
          <a:p>
            <a:r>
              <a:rPr lang="ru-RU" b="1" dirty="0">
                <a:latin typeface="Arial Narrow" panose="020B0606020202030204" pitchFamily="34" charset="0"/>
              </a:rPr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BE73F9-9972-9F7B-7484-D4B3B2810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832" y="3096711"/>
            <a:ext cx="6793533" cy="2602442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ru-RU" sz="2400" dirty="0">
                <a:latin typeface="Arial Narrow" panose="020B0606020202030204" pitchFamily="34" charset="0"/>
              </a:rPr>
              <a:t>Разработать сетевую часть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ru-RU" sz="2400" dirty="0">
                <a:latin typeface="Arial Narrow" panose="020B0606020202030204" pitchFamily="34" charset="0"/>
              </a:rPr>
              <a:t>Разработать механизмы захвата и передачи</a:t>
            </a:r>
            <a:br>
              <a:rPr lang="en-US" sz="2400" dirty="0">
                <a:latin typeface="Arial Narrow" panose="020B0606020202030204" pitchFamily="34" charset="0"/>
              </a:rPr>
            </a:b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ru-RU" sz="2400" dirty="0">
                <a:latin typeface="Arial Narrow" panose="020B0606020202030204" pitchFamily="34" charset="0"/>
              </a:rPr>
              <a:t>изображения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ru-RU" sz="2400" dirty="0">
                <a:latin typeface="Arial Narrow" panose="020B0606020202030204" pitchFamily="34" charset="0"/>
              </a:rPr>
              <a:t>Разработать удаленное управление приложением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ru-RU" sz="2400" dirty="0">
                <a:latin typeface="Arial Narrow" panose="020B0606020202030204" pitchFamily="34" charset="0"/>
              </a:rPr>
              <a:t>Разработать удаленное управление клавиатурой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ru-RU" sz="2400" dirty="0">
                <a:latin typeface="Arial Narrow" panose="020B0606020202030204" pitchFamily="34" charset="0"/>
              </a:rPr>
              <a:t>Разработать удаленное управление мышью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2A2FA-5E78-DD40-F4A3-AD351A638AD8}"/>
              </a:ext>
            </a:extLst>
          </p:cNvPr>
          <p:cNvSpPr txBox="1"/>
          <p:nvPr/>
        </p:nvSpPr>
        <p:spPr>
          <a:xfrm>
            <a:off x="5274735" y="915024"/>
            <a:ext cx="50122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ru-RU" sz="2400" dirty="0">
                <a:latin typeface="Arial Narrow" panose="020B0606020202030204" pitchFamily="34" charset="0"/>
              </a:rPr>
              <a:t>Разработать клиент-серверное приложение для удаленного управления компьютером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E3A72-08A4-4AE6-7F59-5BB3DDB842C2}"/>
              </a:ext>
            </a:extLst>
          </p:cNvPr>
          <p:cNvSpPr txBox="1"/>
          <p:nvPr/>
        </p:nvSpPr>
        <p:spPr>
          <a:xfrm>
            <a:off x="838200" y="2977572"/>
            <a:ext cx="2619103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b="1" dirty="0">
                <a:latin typeface="Arial Narrow" panose="020B0606020202030204" pitchFamily="34" charset="0"/>
              </a:rPr>
              <a:t>Основные </a:t>
            </a:r>
            <a:endParaRPr lang="en-US" sz="4000" b="1" dirty="0">
              <a:latin typeface="Arial Narrow" panose="020B0606020202030204" pitchFamily="34" charset="0"/>
            </a:endParaRPr>
          </a:p>
          <a:p>
            <a:pPr>
              <a:lnSpc>
                <a:spcPts val="4000"/>
              </a:lnSpc>
            </a:pPr>
            <a:r>
              <a:rPr lang="ru-RU" sz="4000" b="1" dirty="0">
                <a:latin typeface="Arial Narrow" panose="020B0606020202030204" pitchFamily="34" charset="0"/>
              </a:rPr>
              <a:t>задачи </a:t>
            </a:r>
          </a:p>
        </p:txBody>
      </p:sp>
    </p:spTree>
    <p:extLst>
      <p:ext uri="{BB962C8B-B14F-4D97-AF65-F5344CB8AC3E}">
        <p14:creationId xmlns:p14="http://schemas.microsoft.com/office/powerpoint/2010/main" val="179203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501D7720-AFF2-B243-E11C-A0A7D1491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44" y="1561836"/>
            <a:ext cx="2169847" cy="216984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ECC1D9-4BF7-1921-268A-49101B54B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62" b="36435"/>
          <a:stretch>
            <a:fillRect/>
          </a:stretch>
        </p:blipFill>
        <p:spPr>
          <a:xfrm>
            <a:off x="2968153" y="1432254"/>
            <a:ext cx="4275667" cy="13255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D397FF-70E5-648B-73B7-88C4389EC4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658" y="1327017"/>
            <a:ext cx="2207151" cy="247438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F942CB6-6639-D6E8-42E1-4A38ABE869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14" y="3792141"/>
            <a:ext cx="2424905" cy="242490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1195EF-68FD-8758-CCED-81414FB313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128" y="3995193"/>
            <a:ext cx="4038600" cy="227171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4A4909D-AF1B-3B40-F436-1575FA9D53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3" t="24285" r="2665" b="22318"/>
          <a:stretch>
            <a:fillRect/>
          </a:stretch>
        </p:blipFill>
        <p:spPr>
          <a:xfrm>
            <a:off x="3769387" y="5235705"/>
            <a:ext cx="3207148" cy="106506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3C14997-C309-F09F-CD14-0BBF1000FD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610" y="2774288"/>
            <a:ext cx="3471755" cy="2169847"/>
          </a:xfrm>
          <a:prstGeom prst="rect">
            <a:avLst/>
          </a:prstGeom>
        </p:spPr>
      </p:pic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B7D3A89-37B4-AE4D-3850-8C683678C397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Какие аналоги существуют</a:t>
            </a:r>
          </a:p>
        </p:txBody>
      </p:sp>
    </p:spTree>
    <p:extLst>
      <p:ext uri="{BB962C8B-B14F-4D97-AF65-F5344CB8AC3E}">
        <p14:creationId xmlns:p14="http://schemas.microsoft.com/office/powerpoint/2010/main" val="760223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2724BBF-C929-20CA-2971-DA400692DFC2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56553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Основной функционал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817C902-9289-FCEE-2752-2E7F19083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767" y="1842676"/>
            <a:ext cx="8572742" cy="3391175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Возможность принимать входящее подключение по сети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Возможность подключаться к приложению по сети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Изменять настройки сети приложения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Обмениваться текстовыми сообщениями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Транслировать экран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Управлять компьютером удаленно с помощью клавиатуры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Управлять компьютером удаленно с помощью мыши</a:t>
            </a:r>
          </a:p>
        </p:txBody>
      </p:sp>
    </p:spTree>
    <p:extLst>
      <p:ext uri="{BB962C8B-B14F-4D97-AF65-F5344CB8AC3E}">
        <p14:creationId xmlns:p14="http://schemas.microsoft.com/office/powerpoint/2010/main" val="6706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3870-0B09-ACF6-FDC5-799CCA96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FD558E-9C1C-50BD-6B00-330A73B84840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Технологии\фреймворки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язык программирования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75E22E-B2D3-CA51-24E4-C2A0722F5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100" y="2699516"/>
            <a:ext cx="2222727" cy="250782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ACABD5-8804-B192-4E5E-5D94993A6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68" y="3191432"/>
            <a:ext cx="2133600" cy="1524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D876EAF-82A5-882D-F4D0-38942D69E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859" y="2498553"/>
            <a:ext cx="5172891" cy="290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56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CBE7119-8207-86A2-1D81-44C58D85C4B2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E8E1B9-729E-25CB-038B-7A1E8A474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6310"/>
          <a:stretch>
            <a:fillRect/>
          </a:stretch>
        </p:blipFill>
        <p:spPr>
          <a:xfrm>
            <a:off x="2097012" y="1187112"/>
            <a:ext cx="7997976" cy="526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44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B874-049D-BCB0-8BC1-CC7A1ED2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E14CDF3-9425-50F1-3AC6-F177B0703896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D93AFC-75A1-4F18-F7FA-BE74E4976B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24" r="596" b="14384"/>
          <a:stretch>
            <a:fillRect/>
          </a:stretch>
        </p:blipFill>
        <p:spPr>
          <a:xfrm>
            <a:off x="491188" y="1211699"/>
            <a:ext cx="11700812" cy="523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1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65053-6466-180E-15E2-EA35AEEB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CB2CCDE-AAB9-F122-3421-8E462EFE2417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7A71C4-33B6-408A-1399-9BF3CA045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3134"/>
          <a:stretch>
            <a:fillRect/>
          </a:stretch>
        </p:blipFill>
        <p:spPr>
          <a:xfrm>
            <a:off x="426721" y="867116"/>
            <a:ext cx="6232571" cy="595729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26A4E5-AA0D-05DB-38B7-E0A633A3BA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134"/>
          <a:stretch>
            <a:fillRect/>
          </a:stretch>
        </p:blipFill>
        <p:spPr>
          <a:xfrm>
            <a:off x="5253690" y="867116"/>
            <a:ext cx="6439500" cy="59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57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1E6E6-BCDA-14E4-4E1C-1A5D5505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C32D5CB-5D2C-5036-ADC1-10EDB1AF9098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99162F-3B38-A1CF-7FF2-90E84BCB4A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5937"/>
          <a:stretch>
            <a:fillRect/>
          </a:stretch>
        </p:blipFill>
        <p:spPr>
          <a:xfrm>
            <a:off x="884767" y="923109"/>
            <a:ext cx="9709455" cy="576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3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5A19-CA7B-73EB-0DA5-0D8560649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F423BE3-7745-4472-9E78-2EF6084045AA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23A602-5074-0CC8-5FE9-290DDCB052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0730"/>
          <a:stretch>
            <a:fillRect/>
          </a:stretch>
        </p:blipFill>
        <p:spPr>
          <a:xfrm>
            <a:off x="383177" y="932430"/>
            <a:ext cx="5610433" cy="5664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78B9A9-BC3F-EA64-B8BB-8E17CF442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143"/>
          <a:stretch>
            <a:fillRect/>
          </a:stretch>
        </p:blipFill>
        <p:spPr>
          <a:xfrm>
            <a:off x="4883480" y="784384"/>
            <a:ext cx="7404313" cy="584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2438-85EB-BD97-5146-6F452566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DA2B492-A929-3998-DFF6-FE8B54D86A29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DBD9DF-3D8B-7F9D-C754-BD2939DD9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214" r="16214" b="17951"/>
          <a:stretch>
            <a:fillRect/>
          </a:stretch>
        </p:blipFill>
        <p:spPr>
          <a:xfrm>
            <a:off x="330925" y="2265133"/>
            <a:ext cx="11171675" cy="336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06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1381-4E43-CB78-6F03-F0E4B0D9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C3E199E-BDDF-D384-185F-FC8A2DC60D21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Архитектура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D4A4C2-2396-3A3D-D441-2F0163EA89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9800"/>
          <a:stretch>
            <a:fillRect/>
          </a:stretch>
        </p:blipFill>
        <p:spPr>
          <a:xfrm>
            <a:off x="2194976" y="899773"/>
            <a:ext cx="3901024" cy="58913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66D06F-A2B9-6E15-7A4F-28564E3653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9800"/>
          <a:stretch>
            <a:fillRect/>
          </a:stretch>
        </p:blipFill>
        <p:spPr>
          <a:xfrm>
            <a:off x="4824964" y="899773"/>
            <a:ext cx="3901025" cy="58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21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1F0-51F0-01E3-F68D-C7AB572D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7E09BFC-8589-E943-D2DF-D181113E192F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Демо</a:t>
            </a:r>
          </a:p>
          <a:p>
            <a:endParaRPr lang="ru-RU" b="1" dirty="0">
              <a:latin typeface="Arial Narrow" panose="020B0606020202030204" pitchFamily="34" charset="0"/>
            </a:endParaRPr>
          </a:p>
        </p:txBody>
      </p:sp>
      <p:pic>
        <p:nvPicPr>
          <p:cNvPr id="6" name="RDO">
            <a:hlinkClick r:id="" action="ppaction://media"/>
            <a:extLst>
              <a:ext uri="{FF2B5EF4-FFF2-40B4-BE49-F238E27FC236}">
                <a16:creationId xmlns:a16="http://schemas.microsoft.com/office/drawing/2014/main" id="{15444357-4287-6722-E27B-873FD88F7D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15778" y="1347402"/>
            <a:ext cx="9182553" cy="516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50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7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E059E-049A-7008-B9F9-8CB2C1CE8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0867F58-9368-7798-2F87-228A32D39449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Этап готовности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E5706D8B-EDDF-2DA5-AD4E-036A824A7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510" y="2176752"/>
            <a:ext cx="6996490" cy="3391175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Подключение по сети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Отправка текстовых данных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Захват изображения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Передача изображения по сети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Сборка фрагментированных данных в изображение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Управление приложением удаленно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Разработан захват клавиатуры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EDA9BDA-63D5-39C4-4E63-CADC9BBE215D}"/>
              </a:ext>
            </a:extLst>
          </p:cNvPr>
          <p:cNvSpPr txBox="1">
            <a:spLocks/>
          </p:cNvSpPr>
          <p:nvPr/>
        </p:nvSpPr>
        <p:spPr>
          <a:xfrm>
            <a:off x="884767" y="2103437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Что уже</a:t>
            </a:r>
          </a:p>
          <a:p>
            <a:r>
              <a:rPr lang="ru-RU" b="1" dirty="0">
                <a:latin typeface="Arial Narrow" panose="020B0606020202030204" pitchFamily="34" charset="0"/>
              </a:rPr>
              <a:t>реализовано</a:t>
            </a:r>
          </a:p>
        </p:txBody>
      </p:sp>
    </p:spTree>
    <p:extLst>
      <p:ext uri="{BB962C8B-B14F-4D97-AF65-F5344CB8AC3E}">
        <p14:creationId xmlns:p14="http://schemas.microsoft.com/office/powerpoint/2010/main" val="4060926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4C10-7FF9-F989-5EE1-52553279C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7EE499B-0D1B-B871-10EE-5CDCD1FBCC91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Этап готовности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A11E8CF3-A2CB-5DA5-529C-565AC25E8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364694"/>
            <a:ext cx="5141565" cy="3391175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Внедрить захват клавиатуры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Протестировать захват клавиатуры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Разработать механизм захвата мыши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Внедрить захват мыши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Протестировать захват мыши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FA16DF9-1C7C-F904-D343-0EC9B182FC02}"/>
              </a:ext>
            </a:extLst>
          </p:cNvPr>
          <p:cNvSpPr txBox="1">
            <a:spLocks/>
          </p:cNvSpPr>
          <p:nvPr/>
        </p:nvSpPr>
        <p:spPr>
          <a:xfrm>
            <a:off x="884767" y="2098924"/>
            <a:ext cx="4592924" cy="2660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Что осталось сделать до финальной защиты</a:t>
            </a:r>
          </a:p>
        </p:txBody>
      </p:sp>
    </p:spTree>
    <p:extLst>
      <p:ext uri="{BB962C8B-B14F-4D97-AF65-F5344CB8AC3E}">
        <p14:creationId xmlns:p14="http://schemas.microsoft.com/office/powerpoint/2010/main" val="129973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F1FF-9818-0968-2174-506313DE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CDA688E-186F-BC3E-297E-BAEAEBA7434C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758867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Планы по развитию проекта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CCEE0012-A758-49A5-2DEF-92A15C984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767" y="2225357"/>
            <a:ext cx="8459530" cy="2372769"/>
          </a:xfrm>
        </p:spPr>
        <p:txBody>
          <a:bodyPr>
            <a:noAutofit/>
          </a:bodyPr>
          <a:lstStyle/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Планы по развитию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Оптимизация архитектуры для дальнейшей поддержки проекта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Разработать механизм передачи файлов по сети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Внедрить механизм получения публичного </a:t>
            </a:r>
            <a:r>
              <a:rPr lang="ru-RU" sz="2400" dirty="0" err="1">
                <a:latin typeface="Arial Narrow" panose="020B0606020202030204" pitchFamily="34" charset="0"/>
              </a:rPr>
              <a:t>ip</a:t>
            </a:r>
            <a:r>
              <a:rPr lang="ru-RU" sz="2400" dirty="0">
                <a:latin typeface="Arial Narrow" panose="020B0606020202030204" pitchFamily="34" charset="0"/>
              </a:rPr>
              <a:t> внутри приложения</a:t>
            </a:r>
          </a:p>
          <a:p>
            <a:pPr>
              <a:lnSpc>
                <a:spcPts val="2400"/>
              </a:lnSpc>
              <a:buSzPct val="70000"/>
              <a:buFont typeface="Arial Narrow" panose="020B0606020202030204" pitchFamily="34" charset="0"/>
              <a:buChar char="→"/>
            </a:pPr>
            <a:r>
              <a:rPr lang="ru-RU" sz="2400" dirty="0">
                <a:latin typeface="Arial Narrow" panose="020B0606020202030204" pitchFamily="34" charset="0"/>
              </a:rPr>
              <a:t>Улучшение UIX для более комфортного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179957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FC2F-0224-69A7-534D-F13E1010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EC8B16C-35DC-408B-A5A8-06A87523E633}"/>
              </a:ext>
            </a:extLst>
          </p:cNvPr>
          <p:cNvSpPr txBox="1">
            <a:spLocks/>
          </p:cNvSpPr>
          <p:nvPr/>
        </p:nvSpPr>
        <p:spPr>
          <a:xfrm>
            <a:off x="884767" y="408668"/>
            <a:ext cx="2990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Выводы</a:t>
            </a: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BA909162-49FD-3EEA-5014-4B91A5F13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990" y="2053975"/>
            <a:ext cx="3891884" cy="2126774"/>
          </a:xfrm>
        </p:spPr>
        <p:txBody>
          <a:bodyPr>
            <a:noAutofit/>
          </a:bodyPr>
          <a:lstStyle/>
          <a:p>
            <a:pPr marL="0" indent="0">
              <a:lnSpc>
                <a:spcPts val="2400"/>
              </a:lnSpc>
              <a:buSzPct val="70000"/>
              <a:buNone/>
            </a:pPr>
            <a:r>
              <a:rPr lang="ru-RU" sz="2400" dirty="0">
                <a:latin typeface="Arial Narrow" panose="020B0606020202030204" pitchFamily="34" charset="0"/>
              </a:rPr>
              <a:t>Разработано приложение с возможностью удаленного подключения к компьютеру, отправки данных и трансляцией экрана.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6090B3-AE80-D5C0-C919-705398921EF7}"/>
              </a:ext>
            </a:extLst>
          </p:cNvPr>
          <p:cNvSpPr txBox="1">
            <a:spLocks/>
          </p:cNvSpPr>
          <p:nvPr/>
        </p:nvSpPr>
        <p:spPr>
          <a:xfrm>
            <a:off x="6749989" y="4141243"/>
            <a:ext cx="4989165" cy="27167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400"/>
              </a:lnSpc>
              <a:buSzPct val="70000"/>
              <a:buNone/>
            </a:pPr>
            <a:r>
              <a:rPr lang="ru-RU" sz="2400" dirty="0">
                <a:latin typeface="Arial Narrow" panose="020B0606020202030204" pitchFamily="34" charset="0"/>
              </a:rPr>
              <a:t>Поставленная цель выполнена на 80%.</a:t>
            </a:r>
          </a:p>
          <a:p>
            <a:pPr marL="0" indent="0">
              <a:lnSpc>
                <a:spcPts val="2400"/>
              </a:lnSpc>
              <a:buSzPct val="70000"/>
              <a:buNone/>
            </a:pPr>
            <a:r>
              <a:rPr lang="ru-RU" sz="2400" dirty="0">
                <a:latin typeface="Arial Narrow" panose="020B0606020202030204" pitchFamily="34" charset="0"/>
              </a:rPr>
              <a:t>Получен </a:t>
            </a:r>
            <a:r>
              <a:rPr lang="ru-RU" sz="2400" dirty="0" err="1">
                <a:latin typeface="Arial Narrow" panose="020B0606020202030204" pitchFamily="34" charset="0"/>
              </a:rPr>
              <a:t>колосальный</a:t>
            </a:r>
            <a:r>
              <a:rPr lang="ru-RU" sz="2400" dirty="0">
                <a:latin typeface="Arial Narrow" panose="020B0606020202030204" pitchFamily="34" charset="0"/>
              </a:rPr>
              <a:t> опыт разработки сетевого приложения с программированием сокетов и решением возникающих проблем при передачи информации по сети.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F85A1EC-C121-AFF1-9282-8094F42E742F}"/>
              </a:ext>
            </a:extLst>
          </p:cNvPr>
          <p:cNvSpPr txBox="1">
            <a:spLocks/>
          </p:cNvSpPr>
          <p:nvPr/>
        </p:nvSpPr>
        <p:spPr>
          <a:xfrm>
            <a:off x="884766" y="2053975"/>
            <a:ext cx="2990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Основные результаты работы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A7EAD64-0248-FFE6-C9E9-ECC4F00A312A}"/>
              </a:ext>
            </a:extLst>
          </p:cNvPr>
          <p:cNvSpPr txBox="1">
            <a:spLocks/>
          </p:cNvSpPr>
          <p:nvPr/>
        </p:nvSpPr>
        <p:spPr>
          <a:xfrm>
            <a:off x="884765" y="4180749"/>
            <a:ext cx="2990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Arial Narrow" panose="020B0606020202030204" pitchFamily="34" charset="0"/>
              </a:rPr>
              <a:t>Достигнута ли поставленная цель</a:t>
            </a:r>
          </a:p>
        </p:txBody>
      </p:sp>
    </p:spTree>
    <p:extLst>
      <p:ext uri="{BB962C8B-B14F-4D97-AF65-F5344CB8AC3E}">
        <p14:creationId xmlns:p14="http://schemas.microsoft.com/office/powerpoint/2010/main" val="20371711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237</Words>
  <Application>Microsoft Office PowerPoint</Application>
  <PresentationFormat>Широкоэкранный</PresentationFormat>
  <Paragraphs>62</Paragraphs>
  <Slides>19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Arial Narrow</vt:lpstr>
      <vt:lpstr>Calibri</vt:lpstr>
      <vt:lpstr>Calibri Light</vt:lpstr>
      <vt:lpstr>Тема Office</vt:lpstr>
      <vt:lpstr>Разработка десктопного приложения  для удаленного управления компьютером</vt:lpstr>
      <vt:lpstr>Презентация PowerPoint</vt:lpstr>
      <vt:lpstr>Какую проблему решает</vt:lpstr>
      <vt:lpstr>Цель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Giantinos</dc:creator>
  <cp:lastModifiedBy>Giantinos</cp:lastModifiedBy>
  <cp:revision>30</cp:revision>
  <dcterms:created xsi:type="dcterms:W3CDTF">2026-08-07T12:11:41Z</dcterms:created>
  <dcterms:modified xsi:type="dcterms:W3CDTF">2026-08-07T14:30:30Z</dcterms:modified>
</cp:coreProperties>
</file>